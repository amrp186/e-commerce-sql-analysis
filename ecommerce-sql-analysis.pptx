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17"/>
  </p:notesMasterIdLst>
  <p:sldIdLst>
    <p:sldId id="256" r:id="rId2"/>
    <p:sldId id="271" r:id="rId3"/>
    <p:sldId id="259" r:id="rId4"/>
    <p:sldId id="258" r:id="rId5"/>
    <p:sldId id="257" r:id="rId6"/>
    <p:sldId id="260" r:id="rId7"/>
    <p:sldId id="265" r:id="rId8"/>
    <p:sldId id="261" r:id="rId9"/>
    <p:sldId id="262" r:id="rId10"/>
    <p:sldId id="263" r:id="rId11"/>
    <p:sldId id="264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BA945-D6B7-46D0-9DF1-0EEB3198E1DB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DAC1F2-62DE-4A06-860F-BDDE2E9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62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C4174-71B3-6675-5B08-32194636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2D202-625A-8B2B-6178-6BF1C5A6F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3E06C-6EFE-26A2-C75B-A894C2EE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21A1-89C4-4924-952E-836C19155245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9450E-FD63-7F09-F70D-781F088DE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56977-B76D-9AFC-6001-1845AC9A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54E7-2AAA-429C-8B84-6491D8443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803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A7EA-DFE6-F20B-5DCF-3C139D85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FDAE0-EB5E-3BF4-3D36-F88289E8D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E0D09-EA5C-0C4B-7EA6-0827D69A8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21A1-89C4-4924-952E-836C19155245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3835A-B82D-3417-070C-6584224A1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D65C-28A0-2C9A-500D-5E63182D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54E7-2AAA-429C-8B84-6491D8443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176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97ADA-B9CE-F1C1-616B-F44AA7F09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0685D-6F4A-2420-FBC5-7D2D7628C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622B3-08F2-E2BB-599F-C0901C76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21A1-89C4-4924-952E-836C19155245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40760-3F96-8A23-FF6E-8D34B8930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05998-B324-1985-9577-ABD0F21D1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54E7-2AAA-429C-8B84-6491D8443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507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49DE1-F359-9442-D823-A6740FA3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32A79-9BED-5148-6323-C50527162C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D618D-A980-BDE8-8C30-C0AE49414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F30EE-8077-0226-B174-144D9B31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21A1-89C4-4924-952E-836C19155245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C3D58-92A1-B5E1-1616-A6664BAD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98377-EDC6-2CBF-D93C-AAA17FF0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54E7-2AAA-429C-8B84-6491D8443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263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6F6E6-EBB4-199D-F1D9-CBCF3DD5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1037F-1063-71A5-3037-D6843E40C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BA23B-3782-E565-3B72-9F317ADB8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51597F-00CD-A237-E5DE-4C325B443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5E0B8-4475-6412-5DD4-709DDDF9A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44FD5A-BAC0-8F41-2E6C-CCA43E4F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21A1-89C4-4924-952E-836C19155245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0EAC20-6581-568A-E9BF-6233B8C8C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C4EEF4-3D1B-BFEB-1C62-7FC9A9D8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54E7-2AAA-429C-8B84-6491D8443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15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3BE15-D369-893B-B798-830CAC686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A5536-C2F0-4266-F90D-91BDC52C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21A1-89C4-4924-952E-836C19155245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282B0E-149A-5354-1C92-2281C6814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942F2-F487-5D8A-BAD2-4EAFE47A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54E7-2AAA-429C-8B84-6491D8443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938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4E25D-C384-6C2F-9470-296B8121A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21A1-89C4-4924-952E-836C19155245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35C6ED-6810-066A-1A8E-0AF5E4A72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73B65-D3D1-E98E-EFD7-67944B4B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54E7-2AAA-429C-8B84-6491D8443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49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1F86-FC2F-4369-3E6C-C66583D54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A1AB2-60D9-2BF8-F194-59BC85090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2D799-397B-291B-9976-2AB71932D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1833D-75BD-A8E5-5A03-09CCE5077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21A1-89C4-4924-952E-836C19155245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9C576-6589-14B9-9F33-2E048700A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48393-4F42-B197-1546-D9938386A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54E7-2AAA-429C-8B84-6491D8443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87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6752-9536-0BF6-7A70-3F834F57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FDE8DF-FE5A-AE91-C085-0AB13BCD1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8B5F8-4C9B-CA84-9C09-9846CC5BA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BE5A1-BAEA-B2CF-C1FA-0AD27F82A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21A1-89C4-4924-952E-836C19155245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F225C-1226-83FE-26B8-E0E8FE5C7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D1BD-140F-0588-F45D-C893D3EA9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54E7-2AAA-429C-8B84-6491D8443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22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652AF-D3D9-A53D-4CF0-691F07271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E2074-54E5-9407-F8C6-12AD836D3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8478-D4A1-FCDF-2103-86402DE65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21A1-89C4-4924-952E-836C19155245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A324E-64F6-9408-9B3D-4D4055C1D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3C81D-9B27-187C-3C07-53939150C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54E7-2AAA-429C-8B84-6491D8443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467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63626-2A58-8570-DC0A-0FB61D3239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FFFB9E-9BD5-F118-E59D-A8F845072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342B7-AFA6-7412-DE55-4B2F336A3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21A1-89C4-4924-952E-836C19155245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2DF0F-2F0E-0EF0-6F93-164CF5879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8EC50-1CF2-F4BC-9E95-171F3028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54E7-2AAA-429C-8B84-6491D8443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29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79B5AB-3F3F-71CA-075D-E083639A1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D9309-C8A2-E0CA-0C4D-960B540F2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50A3A-2C5A-D80C-1D0F-E5FF5B2EA8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521A1-89C4-4924-952E-836C19155245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C1422-457E-D6E8-C7C4-A607A6374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4A050-AC8E-2A01-2FE9-1007C9C1E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054E7-2AAA-429C-8B84-6491D8443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40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39B6-87E5-B481-3C31-606A86B96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20" y="757084"/>
            <a:ext cx="9966960" cy="2428638"/>
          </a:xfrm>
        </p:spPr>
        <p:txBody>
          <a:bodyPr>
            <a:normAutofit/>
          </a:bodyPr>
          <a:lstStyle/>
          <a:p>
            <a:r>
              <a:rPr lang="en-IN" dirty="0"/>
              <a:t>E-COMMERCE DATA ANALYSIS USING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197D3-312B-5C1C-978D-95304B59A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406" y="4843028"/>
            <a:ext cx="8767860" cy="1388165"/>
          </a:xfrm>
        </p:spPr>
        <p:txBody>
          <a:bodyPr/>
          <a:lstStyle/>
          <a:p>
            <a:r>
              <a:rPr lang="en-IN" sz="3200" b="1" dirty="0"/>
              <a:t>Presented by: Amartya Prasad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F546B-A5FC-EAE1-C036-5D45BA495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72" y="4021201"/>
            <a:ext cx="4077053" cy="22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87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98D35-A38F-E1C9-4349-B41A967E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u="sng" dirty="0"/>
              <a:t>OBJECTIVE:-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7E8C8-B02F-D964-19CA-E9482C12E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To explore and analyze an e-commerce dataset using SQL.</a:t>
            </a:r>
            <a:endParaRPr lang="en-IN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To</a:t>
            </a:r>
            <a:r>
              <a:rPr lang="en-US" sz="3200" dirty="0"/>
              <a:t> extract insights such as pricing trends, stock levels, product performance, and customer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To extract meaningful business insights such as top-selling products, sales trends by city, and category-wise performance.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34921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62F0-D7B4-F3EA-C92B-CD7B594B9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857319"/>
          </a:xfrm>
        </p:spPr>
        <p:txBody>
          <a:bodyPr>
            <a:normAutofit/>
          </a:bodyPr>
          <a:lstStyle/>
          <a:p>
            <a:r>
              <a:rPr lang="en-IN" sz="2800" b="1" u="sng" dirty="0"/>
              <a:t>THE DATABASE </a:t>
            </a:r>
            <a:r>
              <a:rPr lang="en-IN" sz="2800" u="sng" dirty="0"/>
              <a:t>:- </a:t>
            </a:r>
            <a:r>
              <a:rPr lang="en-IN" sz="1800" u="sng" dirty="0"/>
              <a:t>  </a:t>
            </a:r>
            <a:r>
              <a:rPr lang="en-IN" sz="2400" dirty="0"/>
              <a:t>The Database shown below contains data about products that have been bought from a particular e-commerce website .</a:t>
            </a:r>
            <a:endParaRPr lang="en-IN" sz="2400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E1E2C0-28EF-1C2E-F130-ADB1FD23C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264" y="1317588"/>
            <a:ext cx="8155194" cy="5132373"/>
          </a:xfrm>
        </p:spPr>
      </p:pic>
    </p:spTree>
    <p:extLst>
      <p:ext uri="{BB962C8B-B14F-4D97-AF65-F5344CB8AC3E}">
        <p14:creationId xmlns:p14="http://schemas.microsoft.com/office/powerpoint/2010/main" val="10511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E92B6-A094-2D8A-3F2D-C15529058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37" y="479869"/>
            <a:ext cx="10772775" cy="847486"/>
          </a:xfrm>
        </p:spPr>
        <p:txBody>
          <a:bodyPr>
            <a:normAutofit/>
          </a:bodyPr>
          <a:lstStyle/>
          <a:p>
            <a:r>
              <a:rPr lang="en-IN" sz="2200" b="1" u="sng" dirty="0"/>
              <a:t>QUERY</a:t>
            </a:r>
            <a:r>
              <a:rPr lang="en-IN" sz="2200" u="sng" dirty="0"/>
              <a:t> </a:t>
            </a:r>
            <a:r>
              <a:rPr lang="en-IN" sz="2200" b="1" u="sng" dirty="0"/>
              <a:t>1)</a:t>
            </a:r>
            <a:r>
              <a:rPr lang="en-IN" sz="2200" u="sng" dirty="0"/>
              <a:t> </a:t>
            </a:r>
            <a:r>
              <a:rPr lang="en-IN" sz="2200" b="1" u="sng" dirty="0"/>
              <a:t>WRITE</a:t>
            </a:r>
            <a:r>
              <a:rPr lang="en-IN" sz="2200" u="sng" dirty="0"/>
              <a:t> </a:t>
            </a:r>
            <a:r>
              <a:rPr lang="en-IN" sz="2200" b="1" u="sng" dirty="0"/>
              <a:t> A SQL QUERY</a:t>
            </a:r>
            <a:r>
              <a:rPr lang="en-IN" sz="2200" u="sng" dirty="0"/>
              <a:t> </a:t>
            </a:r>
            <a:r>
              <a:rPr lang="en-IN" sz="2200" b="1" u="sng" dirty="0"/>
              <a:t> TO FIND AVERAGE PRICE,MAXIMUM PRICE AND MINIMUM PRICE OF EACH PRODUCT ON THE BASIS OF IT’S CATEGORY</a:t>
            </a:r>
            <a:endParaRPr lang="en-IN" sz="22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23DE48-058F-D0A8-7B21-8422CB6B2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54" y="1412731"/>
            <a:ext cx="10600339" cy="507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42A972-0A15-C335-CBA3-899619D60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071" y="2005954"/>
            <a:ext cx="6154993" cy="462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6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087B-63F1-B3D2-2943-B66E077E6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895" y="73743"/>
            <a:ext cx="10772775" cy="1037200"/>
          </a:xfrm>
        </p:spPr>
        <p:txBody>
          <a:bodyPr>
            <a:normAutofit/>
          </a:bodyPr>
          <a:lstStyle/>
          <a:p>
            <a:r>
              <a:rPr lang="en-IN" sz="2400" b="1" u="sng" dirty="0"/>
              <a:t>QUERY  2) WRITE A SQL QUERY TO FIND AVERAGE,MAXIMUM,MINIMUM STOCK QUANTITY OF ALL THE PRODUCTS  BASED ON THE CATEGORY.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CEFFFF-95F2-CEA3-0555-04C91B78E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69" y="941215"/>
            <a:ext cx="10640041" cy="5557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83FE7F-7873-970C-C9B6-C7A458772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569" y="1654297"/>
            <a:ext cx="5830528" cy="484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3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0BE0-FB67-821F-82AA-A9A44218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243895"/>
            <a:ext cx="10772775" cy="1575073"/>
          </a:xfrm>
        </p:spPr>
        <p:txBody>
          <a:bodyPr>
            <a:normAutofit/>
          </a:bodyPr>
          <a:lstStyle/>
          <a:p>
            <a:r>
              <a:rPr lang="en-IN" sz="2200" b="1" u="sng" dirty="0"/>
              <a:t>QUERY 3) WRITE A SQL QUERY  TO FIND PRODUCTS WITH HIGHEST DISCOUNTS</a:t>
            </a:r>
            <a:r>
              <a:rPr lang="en-IN" sz="2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IN" sz="2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br>
              <a:rPr lang="en-IN" sz="2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br>
              <a:rPr lang="en-IN" sz="2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IN" sz="22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4652F4-C277-4CAE-0A04-9EB75126C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19" y="1202949"/>
            <a:ext cx="10577477" cy="737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B98390-9C31-D59D-3DDC-F521ADCF3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675" y="2405898"/>
            <a:ext cx="5700000" cy="361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6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1A137-5939-267E-1C6C-2B68D13A2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0"/>
            <a:ext cx="10772775" cy="1248697"/>
          </a:xfrm>
        </p:spPr>
        <p:txBody>
          <a:bodyPr>
            <a:normAutofit/>
          </a:bodyPr>
          <a:lstStyle/>
          <a:p>
            <a:r>
              <a:rPr lang="en-IN" sz="2200" b="1" u="sng" dirty="0"/>
              <a:t>QUERY 4) WRITE A SQL QUERY TO FIND PRODUCTS OFFERING HIGHEST DISCOUNT BASED ON IT’S CATEGORY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A1909-B64E-9450-CD16-600B52C39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974" y="934065"/>
            <a:ext cx="4435224" cy="11496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3877BE-BFD4-6551-F5E5-3C376A9A7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71" y="2301059"/>
            <a:ext cx="3342968" cy="41734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F11D26-0799-7F99-9BB3-A5222C4BF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748" y="2301059"/>
            <a:ext cx="4119716" cy="4193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40202C-C033-C7D0-E7FC-95E75F3B3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1614" y="2320880"/>
            <a:ext cx="3814915" cy="417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78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735F7-C4EA-540B-190C-A91CFA2C7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897" y="499533"/>
            <a:ext cx="10486102" cy="1440635"/>
          </a:xfrm>
        </p:spPr>
        <p:txBody>
          <a:bodyPr>
            <a:normAutofit fontScale="90000"/>
          </a:bodyPr>
          <a:lstStyle/>
          <a:p>
            <a:r>
              <a:rPr lang="en-IN" sz="2200" b="1" u="sng" dirty="0"/>
              <a:t>QUERY 5) WRITE A SQL QUERY  TO FIND MONTHLY SALES TREND.</a:t>
            </a:r>
            <a:br>
              <a:rPr lang="en-IN" sz="2200" b="1" u="sng" dirty="0"/>
            </a:br>
            <a:br>
              <a:rPr lang="en-IN" sz="2200" b="1" u="sng" dirty="0"/>
            </a:br>
            <a:br>
              <a:rPr lang="en-IN" sz="2200" b="1" u="sng" dirty="0"/>
            </a:br>
            <a:br>
              <a:rPr lang="en-IN" sz="2200" b="1" u="sng" dirty="0">
                <a:solidFill>
                  <a:schemeClr val="tx1"/>
                </a:solidFill>
              </a:rPr>
            </a:br>
            <a:endParaRPr lang="en-IN" sz="2200" b="1" u="sng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425036-1780-FCCB-411D-3AA531B75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54" y="1312089"/>
            <a:ext cx="10607959" cy="7214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F75C0A-9A30-F9F2-8A7C-176BDD8D7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625" y="2288027"/>
            <a:ext cx="3608439" cy="387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29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EF80-2DFC-07E0-0599-DFA353D21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578" y="0"/>
            <a:ext cx="10772775" cy="1658198"/>
          </a:xfrm>
        </p:spPr>
        <p:txBody>
          <a:bodyPr>
            <a:normAutofit/>
          </a:bodyPr>
          <a:lstStyle/>
          <a:p>
            <a:r>
              <a:rPr lang="en-IN" sz="2200" b="1" u="sng" dirty="0"/>
              <a:t>QUERY 6) WRITE A SQL QUERY TO FIND TOP SELLING PRODUCTS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862DC1-D796-943F-B6F1-DFF878A8F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" y="1512802"/>
            <a:ext cx="9252155" cy="483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E1262A-B48E-857C-11A9-DE084E446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550" y="2713703"/>
            <a:ext cx="4937308" cy="281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0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691D8-0E4B-B3FD-8B9B-C600A038A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3" y="-117235"/>
            <a:ext cx="10772775" cy="1658198"/>
          </a:xfrm>
        </p:spPr>
        <p:txBody>
          <a:bodyPr>
            <a:normAutofit/>
          </a:bodyPr>
          <a:lstStyle/>
          <a:p>
            <a:r>
              <a:rPr lang="en-IN" sz="2200" b="1" u="sng" dirty="0"/>
              <a:t>QUERY 7)WRITE A SQL QUERY TO FIND TOP SELLING PRODUCTS BASED ON CATEGORY.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F0B3A5-F17A-2C45-12D4-C9E107C9C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078" y="803198"/>
            <a:ext cx="4621162" cy="15358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C5F96D-A9B8-E0AB-A439-64E54522E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23" y="2430396"/>
            <a:ext cx="3831682" cy="39212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DC75B6-C2B4-E081-300D-CDA0C09D0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806" y="2430396"/>
            <a:ext cx="4043956" cy="39212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60A27-8A8A-06BD-8C10-D0E386C2F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252" y="2430396"/>
            <a:ext cx="3510116" cy="392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44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4D359-CA8F-DAC4-3FCF-62635571D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61" y="-245806"/>
            <a:ext cx="10362625" cy="1658198"/>
          </a:xfrm>
        </p:spPr>
        <p:txBody>
          <a:bodyPr>
            <a:normAutofit/>
          </a:bodyPr>
          <a:lstStyle/>
          <a:p>
            <a:r>
              <a:rPr lang="en-IN" sz="2200" b="1" u="sng" dirty="0"/>
              <a:t>QUERY 8)WRITE A SQL QUERY TO FIND TREND IN SALES BY CITY.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AEB1E6-AFD1-D290-237F-33B97F028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61" y="1114977"/>
            <a:ext cx="9472805" cy="426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1B0A64-9EA8-5D1B-26E9-5BEFDCBB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53" y="1889806"/>
            <a:ext cx="2518364" cy="45876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4C5C74-8B96-B998-138B-058B49380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093" y="1889806"/>
            <a:ext cx="2624306" cy="45876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DCE3A7-B1D5-86D4-1F93-B505A1C2A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875" y="1889806"/>
            <a:ext cx="2260512" cy="4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61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C5A00-62CF-F0AB-BA22-F09078AF6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74" y="-241319"/>
            <a:ext cx="10772775" cy="1658198"/>
          </a:xfrm>
        </p:spPr>
        <p:txBody>
          <a:bodyPr>
            <a:normAutofit/>
          </a:bodyPr>
          <a:lstStyle/>
          <a:p>
            <a:r>
              <a:rPr lang="en-IN" sz="2200" b="1" u="sng" dirty="0"/>
              <a:t>QUERY 9) WRITE A SQL QUERY TO CATEGORIZE PRODUCTS  BASED ON THEIR PRICE AS EXPENSIVE ,MID-RANGED OR CHEAP.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2762D-0C24-2F60-485F-851171A57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131" y="895769"/>
            <a:ext cx="7826418" cy="12122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C8FA7D-28E9-B55E-D188-4DAAE378F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61" y="2227862"/>
            <a:ext cx="3709185" cy="43056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B6C7C3-14A7-1D6F-D5E0-F77A9DD26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883" y="2227862"/>
            <a:ext cx="3886058" cy="42751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8229D1-C3B9-E917-5012-5CCA4624B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678" y="2227862"/>
            <a:ext cx="3619361" cy="42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42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82DFE-DA88-CB1D-7F04-B8D4F574B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70" y="0"/>
            <a:ext cx="10772775" cy="1535114"/>
          </a:xfrm>
        </p:spPr>
        <p:txBody>
          <a:bodyPr>
            <a:normAutofit/>
          </a:bodyPr>
          <a:lstStyle/>
          <a:p>
            <a:r>
              <a:rPr lang="en-IN" sz="2200" b="1" u="sng" dirty="0"/>
              <a:t>QUERY 10)WRITE A SQL QUERY TO FIND MAX  AND MIN RATING OF EACH PRODUCTS BASED ON IT’S CATEGORY.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03602E5-5F57-CACA-2C0F-6120ED48F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560" y="1259679"/>
            <a:ext cx="9202993" cy="72502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EB1A4FB-C0C5-A616-DA9B-F28FCBD6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70" y="2411429"/>
            <a:ext cx="3752543" cy="409991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6DD24A2-7B59-DDEF-7B99-6DF97BC28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2434291"/>
            <a:ext cx="3923071" cy="407705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FD2D71D-E99E-267E-5292-90A4401999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413" y="2411429"/>
            <a:ext cx="3378917" cy="4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CB410-4C9B-E8D4-680F-E51AE60F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887" y="96869"/>
            <a:ext cx="10790552" cy="1420312"/>
          </a:xfrm>
        </p:spPr>
        <p:txBody>
          <a:bodyPr>
            <a:normAutofit/>
          </a:bodyPr>
          <a:lstStyle/>
          <a:p>
            <a:r>
              <a:rPr lang="en-IN" sz="2200" b="1" u="sng" dirty="0"/>
              <a:t>QUERY 11)WRITE A SQL QUERY TO FIND MAX  AND MIN  NUMBER OF REVIEWS EACH PRODUCTS  BASED ON IT’S CATEGORY.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C5A903-2C4E-BE1E-C28F-2725FDB60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46" y="1270382"/>
            <a:ext cx="9609653" cy="6789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1C508A-191C-060F-43D4-9976FF9D5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67" y="2435517"/>
            <a:ext cx="3873909" cy="41303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C45821-53EB-F4AA-9FA9-71AAEC96C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840" y="2412655"/>
            <a:ext cx="3997994" cy="41532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8ADE46-18C7-4D2C-9DD4-51186AAA9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797" y="2412655"/>
            <a:ext cx="3562236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66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1EC86-B9DB-ED09-0D08-4FAF4646C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232423"/>
          </a:xfrm>
        </p:spPr>
        <p:txBody>
          <a:bodyPr>
            <a:normAutofit fontScale="90000"/>
          </a:bodyPr>
          <a:lstStyle/>
          <a:p>
            <a:pPr algn="l"/>
            <a:r>
              <a:rPr lang="en-IN" sz="4400" u="sng" dirty="0"/>
              <a:t>ACKNOWLEDGEMENT:-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7B479-66A8-394E-C47A-0BA03075E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203" y="1783080"/>
            <a:ext cx="9228201" cy="1645920"/>
          </a:xfrm>
        </p:spPr>
        <p:txBody>
          <a:bodyPr>
            <a:normAutofit fontScale="250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16000" dirty="0"/>
              <a:t>Ankit sir-For his invaluable advice and support</a:t>
            </a:r>
            <a:r>
              <a:rPr lang="en-IN" sz="7300" dirty="0"/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IN" sz="73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16000" dirty="0"/>
              <a:t>Ashish sir-For his mentorship and encouragement.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IN" sz="160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16000" dirty="0"/>
              <a:t>Cybrom Technology Pvt. Ltd.-For providing the necessary resource and support.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65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928</TotalTime>
  <Words>320</Words>
  <Application>Microsoft Office PowerPoint</Application>
  <PresentationFormat>Widescreen</PresentationFormat>
  <Paragraphs>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E-COMMERCE DATA ANALYSIS USING SQL</vt:lpstr>
      <vt:lpstr>OBJECTIVE:-</vt:lpstr>
      <vt:lpstr>THE DATABASE :-   The Database shown below contains data about products that have been bought from a particular e-commerce website .</vt:lpstr>
      <vt:lpstr>QUERY 1) WRITE  A SQL QUERY  TO FIND AVERAGE PRICE,MAXIMUM PRICE AND MINIMUM PRICE OF EACH PRODUCT ON THE BASIS OF IT’S CATEGORY</vt:lpstr>
      <vt:lpstr>QUERY  2) WRITE A SQL QUERY TO FIND AVERAGE,MAXIMUM,MINIMUM STOCK QUANTITY OF ALL THE PRODUCTS  BASED ON THE CATEGORY.</vt:lpstr>
      <vt:lpstr>QUERY 3) WRITE A SQL QUERY  TO FIND PRODUCTS WITH HIGHEST DISCOUNTS.   </vt:lpstr>
      <vt:lpstr>QUERY 4) WRITE A SQL QUERY TO FIND PRODUCTS OFFERING HIGHEST DISCOUNT BASED ON IT’S CATEGORY</vt:lpstr>
      <vt:lpstr>QUERY 5) WRITE A SQL QUERY  TO FIND MONTHLY SALES TREND.    </vt:lpstr>
      <vt:lpstr>QUERY 6) WRITE A SQL QUERY TO FIND TOP SELLING PRODUCTS</vt:lpstr>
      <vt:lpstr>QUERY 7)WRITE A SQL QUERY TO FIND TOP SELLING PRODUCTS BASED ON CATEGORY.</vt:lpstr>
      <vt:lpstr>QUERY 8)WRITE A SQL QUERY TO FIND TREND IN SALES BY CITY.</vt:lpstr>
      <vt:lpstr>QUERY 9) WRITE A SQL QUERY TO CATEGORIZE PRODUCTS  BASED ON THEIR PRICE AS EXPENSIVE ,MID-RANGED OR CHEAP.</vt:lpstr>
      <vt:lpstr>QUERY 10)WRITE A SQL QUERY TO FIND MAX  AND MIN RATING OF EACH PRODUCTS BASED ON IT’S CATEGORY.</vt:lpstr>
      <vt:lpstr>QUERY 11)WRITE A SQL QUERY TO FIND MAX  AND MIN  NUMBER OF REVIEWS EACH PRODUCTS  BASED ON IT’S CATEGORY.</vt:lpstr>
      <vt:lpstr>ACKNOWLEDGEMENT:-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Amartya Prasad</dc:creator>
  <cp:lastModifiedBy>Amartya Prasad</cp:lastModifiedBy>
  <cp:revision>41</cp:revision>
  <dcterms:created xsi:type="dcterms:W3CDTF">2024-07-01T15:22:51Z</dcterms:created>
  <dcterms:modified xsi:type="dcterms:W3CDTF">2025-08-04T16:37:35Z</dcterms:modified>
</cp:coreProperties>
</file>